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60" r:id="rId10"/>
    <p:sldId id="274" r:id="rId26"/>
    <p:sldId id="276" r:id="rId28"/>
    <p:sldId id="277" r:id="rId29"/>
    <p:sldId id="273" r:id="rId25"/>
    <p:sldId id="272" r:id="rId24"/>
    <p:sldId id="269" r:id="rId19"/>
    <p:sldId id="261" r:id="rId11"/>
    <p:sldId id="275" r:id="rId27"/>
  </p:sldIdLst>
  <p:sldSz cx="18288000" cy="10287000"/>
  <p:notesSz cx="6858000" cy="9144000"/>
  <p:embeddedFontLst>
    <p:embeddedFont>
      <p:font typeface="Poppins Light" charset="1" panose="00000400000000000000"/>
      <p:regular r:id="rId22"/>
    </p:embeddedFont>
    <p:embeddedFont>
      <p:font typeface="Poppin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10.xml"/><Relationship Id="rId19" Type="http://schemas.openxmlformats.org/officeDocument/2006/relationships/slide" Target="slides/slide9.xml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slide" Target="slides/slide8.xml"/><Relationship Id="rId25" Type="http://schemas.openxmlformats.org/officeDocument/2006/relationships/slide" Target="slides/slide7.xml"/><Relationship Id="rId26" Type="http://schemas.openxmlformats.org/officeDocument/2006/relationships/slide" Target="slides/slide4.xml"/><Relationship Id="rId27" Type="http://schemas.openxmlformats.org/officeDocument/2006/relationships/slide" Target="slides/slide11.xml"/><Relationship Id="rId28" Type="http://schemas.openxmlformats.org/officeDocument/2006/relationships/slide" Target="slides/slide5.xml"/><Relationship Id="rId29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11.png"/><Relationship Id="rId8" Type="http://schemas.openxmlformats.org/officeDocument/2006/relationships/image" Target="../media/image1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702613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5324" y="1973865"/>
            <a:ext cx="12383570" cy="502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9"/>
              </a:lnSpc>
            </a:pPr>
            <a:r>
              <a:rPr lang="en-US" sz="12699" spc="-253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ЛАБОРАТОРЫН АЖИЛ 6</a:t>
            </a:r>
          </a:p>
          <a:p>
            <a:pPr algn="l">
              <a:lnSpc>
                <a:spcPts val="1269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707385" y="9315450"/>
            <a:ext cx="6022775" cy="81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5"/>
              </a:lnSpc>
            </a:pPr>
            <a:r>
              <a:rPr lang="en-US" sz="572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 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54480" y="7955279"/>
            <a:ext cx="132588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5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Машин засварын цаг захиалгын систем: As-IS ба To-Be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1750" y="1952625"/>
            <a:ext cx="7026020" cy="7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АГУУЛГА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77686" y="29807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1750" y="4057069"/>
            <a:ext cx="369094" cy="45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21844" y="4141511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Сэдэв, зорилго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10750" y="4057069"/>
            <a:ext cx="50601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60844" y="4141511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Харьцуулалт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1750" y="5230802"/>
            <a:ext cx="485705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21844" y="5315243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Бизнес процесс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0750" y="5230802"/>
            <a:ext cx="50601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60844" y="5315243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Дүгнэлт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71750" y="6404535"/>
            <a:ext cx="491012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21844" y="6488976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As-IS диаграм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71750" y="7578268"/>
            <a:ext cx="502444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21844" y="7662709"/>
            <a:ext cx="2939497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To-Be диаграм</a:t>
            </a:r>
          </a:p>
        </p:txBody>
      </p:sp>
      <p:sp>
        <p:nvSpPr>
          <p:cNvPr name="AutoShape 20" id="20"/>
          <p:cNvSpPr/>
          <p:nvPr/>
        </p:nvSpPr>
        <p:spPr>
          <a:xfrm>
            <a:off x="2571750" y="4856039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9810750" y="4856039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2571750" y="6029772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9810750" y="6029772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2571750" y="7203505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2571750" y="8377238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69819" y="-2496048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571750" y="4567002"/>
            <a:ext cx="797933" cy="643808"/>
          </a:xfrm>
          <a:custGeom>
            <a:avLst/>
            <a:gdLst/>
            <a:ahLst/>
            <a:cxnLst/>
            <a:rect r="r" b="b" t="t" l="l"/>
            <a:pathLst>
              <a:path h="643808" w="797933">
                <a:moveTo>
                  <a:pt x="0" y="0"/>
                </a:moveTo>
                <a:lnTo>
                  <a:pt x="797933" y="0"/>
                </a:lnTo>
                <a:lnTo>
                  <a:pt x="797933" y="643808"/>
                </a:lnTo>
                <a:lnTo>
                  <a:pt x="0" y="643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76135" y="4567002"/>
            <a:ext cx="747034" cy="643808"/>
          </a:xfrm>
          <a:custGeom>
            <a:avLst/>
            <a:gdLst/>
            <a:ahLst/>
            <a:cxnLst/>
            <a:rect r="r" b="b" t="t" l="l"/>
            <a:pathLst>
              <a:path h="643808" w="747034">
                <a:moveTo>
                  <a:pt x="0" y="0"/>
                </a:moveTo>
                <a:lnTo>
                  <a:pt x="747034" y="0"/>
                </a:lnTo>
                <a:lnTo>
                  <a:pt x="747034" y="643808"/>
                </a:lnTo>
                <a:lnTo>
                  <a:pt x="0" y="6438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78615" y="4567002"/>
            <a:ext cx="804706" cy="643808"/>
          </a:xfrm>
          <a:custGeom>
            <a:avLst/>
            <a:gdLst/>
            <a:ahLst/>
            <a:cxnLst/>
            <a:rect r="r" b="b" t="t" l="l"/>
            <a:pathLst>
              <a:path h="643808" w="804706">
                <a:moveTo>
                  <a:pt x="0" y="0"/>
                </a:moveTo>
                <a:lnTo>
                  <a:pt x="804706" y="0"/>
                </a:lnTo>
                <a:lnTo>
                  <a:pt x="804706" y="643808"/>
                </a:lnTo>
                <a:lnTo>
                  <a:pt x="0" y="6438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71750" y="1952625"/>
            <a:ext cx="128016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СЭДЭВ БА ЗОРИЛГО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1750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Сэдэв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76135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Зорилго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78615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Оролцогчид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1750" y="6717665"/>
            <a:ext cx="3937635" cy="138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Машин засварын цаг захиалгын мэдээллийн систем.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76135" y="6717665"/>
            <a:ext cx="3937635" cy="166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Харилцагч засварын цагаа онлайнаар урьдчилан захиалж, цех, засварчны ачааллыг давхардалгүй хуваарилж, хүлээлтийн хугацааг бууруулна.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78615" y="6717665"/>
            <a:ext cx="3937635" cy="138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Харилцагч (машины эзэн), хүлээн авагч, засварчин, менежер.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1750" y="1952625"/>
            <a:ext cx="10972800" cy="7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БИЗНЕС ПРОЦЕСС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77686" y="29807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71750" y="4057069"/>
            <a:ext cx="369094" cy="452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21844" y="4141511"/>
            <a:ext cx="493776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Харилцагч, машины бүртгэл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10750" y="4057069"/>
            <a:ext cx="50601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60844" y="4141511"/>
            <a:ext cx="493776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Төлбөр боловсруулах, хаах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1750" y="5230802"/>
            <a:ext cx="485705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21844" y="5315243"/>
            <a:ext cx="493776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Цаг захиалах, баталгаажуулах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10750" y="5230802"/>
            <a:ext cx="506016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60844" y="5315243"/>
            <a:ext cx="493776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Тайлан гаргах, шинжилгээ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71750" y="6404535"/>
            <a:ext cx="491012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21844" y="6488976"/>
            <a:ext cx="493776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Цаг өөрчлөх, цуцлах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71750" y="7578268"/>
            <a:ext cx="502444" cy="452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21844" y="7662709"/>
            <a:ext cx="4937760" cy="2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Машин хүлээн авах, засвар</a:t>
            </a:r>
          </a:p>
        </p:txBody>
      </p:sp>
      <p:sp>
        <p:nvSpPr>
          <p:cNvPr name="AutoShape 20" id="20"/>
          <p:cNvSpPr/>
          <p:nvPr/>
        </p:nvSpPr>
        <p:spPr>
          <a:xfrm>
            <a:off x="2571750" y="4856039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9810750" y="4856039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2571750" y="6029772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9810750" y="6029772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2571750" y="7203505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2571750" y="8377238"/>
            <a:ext cx="5905500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69819" y="-2496048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571750" y="4567002"/>
            <a:ext cx="797933" cy="643808"/>
          </a:xfrm>
          <a:custGeom>
            <a:avLst/>
            <a:gdLst/>
            <a:ahLst/>
            <a:cxnLst/>
            <a:rect r="r" b="b" t="t" l="l"/>
            <a:pathLst>
              <a:path h="643808" w="797933">
                <a:moveTo>
                  <a:pt x="0" y="0"/>
                </a:moveTo>
                <a:lnTo>
                  <a:pt x="797933" y="0"/>
                </a:lnTo>
                <a:lnTo>
                  <a:pt x="797933" y="643808"/>
                </a:lnTo>
                <a:lnTo>
                  <a:pt x="0" y="643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76135" y="4567002"/>
            <a:ext cx="747034" cy="643808"/>
          </a:xfrm>
          <a:custGeom>
            <a:avLst/>
            <a:gdLst/>
            <a:ahLst/>
            <a:cxnLst/>
            <a:rect r="r" b="b" t="t" l="l"/>
            <a:pathLst>
              <a:path h="643808" w="747034">
                <a:moveTo>
                  <a:pt x="0" y="0"/>
                </a:moveTo>
                <a:lnTo>
                  <a:pt x="747034" y="0"/>
                </a:lnTo>
                <a:lnTo>
                  <a:pt x="747034" y="643808"/>
                </a:lnTo>
                <a:lnTo>
                  <a:pt x="0" y="6438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78615" y="4567002"/>
            <a:ext cx="804706" cy="643808"/>
          </a:xfrm>
          <a:custGeom>
            <a:avLst/>
            <a:gdLst/>
            <a:ahLst/>
            <a:cxnLst/>
            <a:rect r="r" b="b" t="t" l="l"/>
            <a:pathLst>
              <a:path h="643808" w="804706">
                <a:moveTo>
                  <a:pt x="0" y="0"/>
                </a:moveTo>
                <a:lnTo>
                  <a:pt x="804706" y="0"/>
                </a:lnTo>
                <a:lnTo>
                  <a:pt x="804706" y="643808"/>
                </a:lnTo>
                <a:lnTo>
                  <a:pt x="0" y="6438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71750" y="1952625"/>
            <a:ext cx="128016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ПРОЦЕССЫН ТАЙЛБАР 1/2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1750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Бүртгэл, шинэчлэл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76135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Цаг захиалах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78615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Өөрчлөх, цуцлах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1750" y="6717665"/>
            <a:ext cx="3937635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Хүлээн авагч харилцагч, машины мэдээллийг (нэр, утас, улсын дугаар, марк) системд бүртгэнэ. Өөрчлөлт гарвал шинэчилж, түүхийг хадгална. Гаралт: харилцагч, машины карт.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76135" y="6717665"/>
            <a:ext cx="3937635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Харилцагч үйлчилгээ, огноо, цагаа сонгоно. Систем чөлөөт засварчин, ажлын байрыг шалгаж, давхардалгүй бол бүртгэнэ. SMS, и-мэйлээр баталгаа, сануулга илгээнэ.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78615" y="6717665"/>
            <a:ext cx="3937635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Харилцагч захиалсан цагаа зөөх эсвэл цуцална. Систем шинэ цагийг шалгаж захиалгыг шинэчилнэ, чөлөөлөгдсөн цагийг дахин ашиглах боломжтой болгоно, мэдэгдэл илгээнэ.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69819" y="-2496048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571750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571750" y="4567002"/>
            <a:ext cx="797933" cy="643808"/>
          </a:xfrm>
          <a:custGeom>
            <a:avLst/>
            <a:gdLst/>
            <a:ahLst/>
            <a:cxnLst/>
            <a:rect r="r" b="b" t="t" l="l"/>
            <a:pathLst>
              <a:path h="643808" w="797933">
                <a:moveTo>
                  <a:pt x="0" y="0"/>
                </a:moveTo>
                <a:lnTo>
                  <a:pt x="797933" y="0"/>
                </a:lnTo>
                <a:lnTo>
                  <a:pt x="797933" y="643808"/>
                </a:lnTo>
                <a:lnTo>
                  <a:pt x="0" y="643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176135" y="4567002"/>
            <a:ext cx="747034" cy="643808"/>
          </a:xfrm>
          <a:custGeom>
            <a:avLst/>
            <a:gdLst/>
            <a:ahLst/>
            <a:cxnLst/>
            <a:rect r="r" b="b" t="t" l="l"/>
            <a:pathLst>
              <a:path h="643808" w="747034">
                <a:moveTo>
                  <a:pt x="0" y="0"/>
                </a:moveTo>
                <a:lnTo>
                  <a:pt x="747034" y="0"/>
                </a:lnTo>
                <a:lnTo>
                  <a:pt x="747034" y="643808"/>
                </a:lnTo>
                <a:lnTo>
                  <a:pt x="0" y="6438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78615" y="4567002"/>
            <a:ext cx="804706" cy="643808"/>
          </a:xfrm>
          <a:custGeom>
            <a:avLst/>
            <a:gdLst/>
            <a:ahLst/>
            <a:cxnLst/>
            <a:rect r="r" b="b" t="t" l="l"/>
            <a:pathLst>
              <a:path h="643808" w="804706">
                <a:moveTo>
                  <a:pt x="0" y="0"/>
                </a:moveTo>
                <a:lnTo>
                  <a:pt x="804706" y="0"/>
                </a:lnTo>
                <a:lnTo>
                  <a:pt x="804706" y="643808"/>
                </a:lnTo>
                <a:lnTo>
                  <a:pt x="0" y="6438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571750" y="1952625"/>
            <a:ext cx="128016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ПРОЦЕССЫН ТАЙЛБАР 2/2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71750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Засвар хийх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76135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Төлбөр, хаалт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78615" y="6010910"/>
            <a:ext cx="393763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Тайлан, шинжилгээ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1750" y="6717665"/>
            <a:ext cx="3937635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Хүлээн авагч ирсэн машиныг захиалгатай тулган бүртгэж авна. Засварчин засвар хийж, ажлын төлвийг системд шинэчилнэ. Гаралт: засварласан машин.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76135" y="6717665"/>
            <a:ext cx="3937635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Хүлээн авагч үйлчилгээний дагуу төлбөр бодож, харилцагчаас авна. Төлбөрийг бүртгэсний дараа захиалгыг хааж, түүхэнд хадгална.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78615" y="6717665"/>
            <a:ext cx="3937635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Систем өдөр, сарын тайланг автоматаар бэлтгэнэ. Менежер ачаалал, ирээгүй захиалгыг шинжилж, хуваарь, нөөцийг сайжруулна.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4480" y="685800"/>
            <a:ext cx="12801600" cy="7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AS-IS ДИАГРАМ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77686" y="29807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28" id="28"/>
          <p:cNvSpPr/>
          <p:nvPr/>
        </p:nvSpPr>
        <p:spPr>
          <a:xfrm>
            <a:off x="1554480" y="16093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pic>
        <p:nvPicPr>
          <p:cNvPr id="29" name="Picture 28" descr="a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194560"/>
            <a:ext cx="15179040" cy="7183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4480" y="685800"/>
            <a:ext cx="12801600" cy="7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TO-BE ДИАГРАМ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77686" y="29807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28" id="28"/>
          <p:cNvSpPr/>
          <p:nvPr/>
        </p:nvSpPr>
        <p:spPr>
          <a:xfrm>
            <a:off x="1554480" y="16093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pic>
        <p:nvPicPr>
          <p:cNvPr id="29" name="Picture 28" descr="t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194560"/>
            <a:ext cx="15179040" cy="7482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844026" y="-2006419"/>
            <a:ext cx="22985203" cy="9745726"/>
          </a:xfrm>
          <a:custGeom>
            <a:avLst/>
            <a:gdLst/>
            <a:ahLst/>
            <a:cxnLst/>
            <a:rect r="r" b="b" t="t" l="l"/>
            <a:pathLst>
              <a:path h="9745726" w="22985203">
                <a:moveTo>
                  <a:pt x="22985202" y="0"/>
                </a:moveTo>
                <a:lnTo>
                  <a:pt x="0" y="0"/>
                </a:lnTo>
                <a:lnTo>
                  <a:pt x="0" y="9745726"/>
                </a:lnTo>
                <a:lnTo>
                  <a:pt x="22985202" y="9745726"/>
                </a:lnTo>
                <a:lnTo>
                  <a:pt x="22985202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860051" y="2866444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918017" y="6362488"/>
            <a:ext cx="1141779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1225212" y="6362488"/>
            <a:ext cx="1141779" cy="0"/>
          </a:xfrm>
          <a:prstGeom prst="line">
            <a:avLst/>
          </a:prstGeom>
          <a:ln cap="flat" w="9525">
            <a:solidFill>
              <a:srgbClr val="C3C5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191250" y="1952625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ХАРЬЦУУЛАЛТ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571750" y="4031190"/>
            <a:ext cx="2524125" cy="1504950"/>
            <a:chOff x="0" y="0"/>
            <a:chExt cx="664790" cy="3963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4790" cy="396365"/>
            </a:xfrm>
            <a:custGeom>
              <a:avLst/>
              <a:gdLst/>
              <a:ahLst/>
              <a:cxnLst/>
              <a:rect r="r" b="b" t="t" l="l"/>
              <a:pathLst>
                <a:path h="396365" w="664790">
                  <a:moveTo>
                    <a:pt x="70545" y="0"/>
                  </a:moveTo>
                  <a:lnTo>
                    <a:pt x="594245" y="0"/>
                  </a:lnTo>
                  <a:cubicBezTo>
                    <a:pt x="612955" y="0"/>
                    <a:pt x="630898" y="7432"/>
                    <a:pt x="644128" y="20662"/>
                  </a:cubicBezTo>
                  <a:cubicBezTo>
                    <a:pt x="657358" y="33892"/>
                    <a:pt x="664790" y="51835"/>
                    <a:pt x="664790" y="70545"/>
                  </a:cubicBezTo>
                  <a:lnTo>
                    <a:pt x="664790" y="325821"/>
                  </a:lnTo>
                  <a:cubicBezTo>
                    <a:pt x="664790" y="364781"/>
                    <a:pt x="633206" y="396365"/>
                    <a:pt x="594245" y="396365"/>
                  </a:cubicBezTo>
                  <a:lnTo>
                    <a:pt x="70545" y="396365"/>
                  </a:lnTo>
                  <a:cubicBezTo>
                    <a:pt x="51835" y="396365"/>
                    <a:pt x="33892" y="388933"/>
                    <a:pt x="20662" y="375703"/>
                  </a:cubicBezTo>
                  <a:cubicBezTo>
                    <a:pt x="7432" y="362474"/>
                    <a:pt x="0" y="344530"/>
                    <a:pt x="0" y="325821"/>
                  </a:cubicBezTo>
                  <a:lnTo>
                    <a:pt x="0" y="70545"/>
                  </a:lnTo>
                  <a:cubicBezTo>
                    <a:pt x="0" y="51835"/>
                    <a:pt x="7432" y="33892"/>
                    <a:pt x="20662" y="20662"/>
                  </a:cubicBezTo>
                  <a:cubicBezTo>
                    <a:pt x="33892" y="7432"/>
                    <a:pt x="51835" y="0"/>
                    <a:pt x="70545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664790" cy="453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871788" y="4358215"/>
            <a:ext cx="1924050" cy="9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499" spc="-22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81937" y="4031190"/>
            <a:ext cx="2524125" cy="1504950"/>
            <a:chOff x="0" y="0"/>
            <a:chExt cx="664790" cy="3963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4790" cy="396365"/>
            </a:xfrm>
            <a:custGeom>
              <a:avLst/>
              <a:gdLst/>
              <a:ahLst/>
              <a:cxnLst/>
              <a:rect r="r" b="b" t="t" l="l"/>
              <a:pathLst>
                <a:path h="396365" w="664790">
                  <a:moveTo>
                    <a:pt x="70545" y="0"/>
                  </a:moveTo>
                  <a:lnTo>
                    <a:pt x="594245" y="0"/>
                  </a:lnTo>
                  <a:cubicBezTo>
                    <a:pt x="612955" y="0"/>
                    <a:pt x="630898" y="7432"/>
                    <a:pt x="644128" y="20662"/>
                  </a:cubicBezTo>
                  <a:cubicBezTo>
                    <a:pt x="657358" y="33892"/>
                    <a:pt x="664790" y="51835"/>
                    <a:pt x="664790" y="70545"/>
                  </a:cubicBezTo>
                  <a:lnTo>
                    <a:pt x="664790" y="325821"/>
                  </a:lnTo>
                  <a:cubicBezTo>
                    <a:pt x="664790" y="364781"/>
                    <a:pt x="633206" y="396365"/>
                    <a:pt x="594245" y="396365"/>
                  </a:cubicBezTo>
                  <a:lnTo>
                    <a:pt x="70545" y="396365"/>
                  </a:lnTo>
                  <a:cubicBezTo>
                    <a:pt x="51835" y="396365"/>
                    <a:pt x="33892" y="388933"/>
                    <a:pt x="20662" y="375703"/>
                  </a:cubicBezTo>
                  <a:cubicBezTo>
                    <a:pt x="7432" y="362474"/>
                    <a:pt x="0" y="344530"/>
                    <a:pt x="0" y="325821"/>
                  </a:cubicBezTo>
                  <a:lnTo>
                    <a:pt x="0" y="70545"/>
                  </a:lnTo>
                  <a:cubicBezTo>
                    <a:pt x="0" y="51835"/>
                    <a:pt x="7432" y="33892"/>
                    <a:pt x="20662" y="20662"/>
                  </a:cubicBezTo>
                  <a:cubicBezTo>
                    <a:pt x="33892" y="7432"/>
                    <a:pt x="51835" y="0"/>
                    <a:pt x="70545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664790" cy="453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181975" y="4358215"/>
            <a:ext cx="1924050" cy="9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499" spc="-22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187362" y="4031190"/>
            <a:ext cx="2524125" cy="1504950"/>
            <a:chOff x="0" y="0"/>
            <a:chExt cx="664790" cy="3963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4790" cy="396365"/>
            </a:xfrm>
            <a:custGeom>
              <a:avLst/>
              <a:gdLst/>
              <a:ahLst/>
              <a:cxnLst/>
              <a:rect r="r" b="b" t="t" l="l"/>
              <a:pathLst>
                <a:path h="396365" w="664790">
                  <a:moveTo>
                    <a:pt x="70545" y="0"/>
                  </a:moveTo>
                  <a:lnTo>
                    <a:pt x="594245" y="0"/>
                  </a:lnTo>
                  <a:cubicBezTo>
                    <a:pt x="612955" y="0"/>
                    <a:pt x="630898" y="7432"/>
                    <a:pt x="644128" y="20662"/>
                  </a:cubicBezTo>
                  <a:cubicBezTo>
                    <a:pt x="657358" y="33892"/>
                    <a:pt x="664790" y="51835"/>
                    <a:pt x="664790" y="70545"/>
                  </a:cubicBezTo>
                  <a:lnTo>
                    <a:pt x="664790" y="325821"/>
                  </a:lnTo>
                  <a:cubicBezTo>
                    <a:pt x="664790" y="364781"/>
                    <a:pt x="633206" y="396365"/>
                    <a:pt x="594245" y="396365"/>
                  </a:cubicBezTo>
                  <a:lnTo>
                    <a:pt x="70545" y="396365"/>
                  </a:lnTo>
                  <a:cubicBezTo>
                    <a:pt x="51835" y="396365"/>
                    <a:pt x="33892" y="388933"/>
                    <a:pt x="20662" y="375703"/>
                  </a:cubicBezTo>
                  <a:cubicBezTo>
                    <a:pt x="7432" y="362474"/>
                    <a:pt x="0" y="344530"/>
                    <a:pt x="0" y="325821"/>
                  </a:cubicBezTo>
                  <a:lnTo>
                    <a:pt x="0" y="70545"/>
                  </a:lnTo>
                  <a:cubicBezTo>
                    <a:pt x="0" y="51835"/>
                    <a:pt x="7432" y="33892"/>
                    <a:pt x="20662" y="20662"/>
                  </a:cubicBezTo>
                  <a:cubicBezTo>
                    <a:pt x="33892" y="7432"/>
                    <a:pt x="51835" y="0"/>
                    <a:pt x="70545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64790" cy="453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487400" y="4358215"/>
            <a:ext cx="1924050" cy="9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499" spc="-227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71750" y="6141508"/>
            <a:ext cx="252412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ЗАХИАЛГА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881938" y="6141508"/>
            <a:ext cx="252412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САНУУЛГА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87362" y="6141508"/>
            <a:ext cx="2524125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1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ТАЙЛАН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47622" y="7131685"/>
            <a:ext cx="4572000" cy="219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As-IS: утас, дэвтэр, гараар шалгана.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To-Be: онлайн, автоматаар шалгаж бүртгэнэ.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57810" y="7131685"/>
            <a:ext cx="4572000" cy="219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As-IS: сануулга байхгүй, цаг мартагдана.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To-Be: SMS, и-мэйл автоматаар явна.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63235" y="7131685"/>
            <a:ext cx="4572000" cy="2194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As-IS: дэвтрээс гараар нэгтгэнэ.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C3C5C6"/>
                </a:solidFill>
                <a:latin typeface="Poppins Light"/>
                <a:ea typeface="Poppins Light"/>
                <a:cs typeface="Poppins Light"/>
                <a:sym typeface="Poppins Light"/>
              </a:rPr>
              <a:t>To-Be: систем автоматаар бэлтгэнэ.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77686" y="29807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30990" y="2377440"/>
            <a:ext cx="702602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ДҮГНЭЛТ</a:t>
            </a:r>
          </a:p>
        </p:txBody>
      </p:sp>
      <p:sp>
        <p:nvSpPr>
          <p:cNvPr name="AutoShape 4" id="4"/>
          <p:cNvSpPr/>
          <p:nvPr/>
        </p:nvSpPr>
        <p:spPr>
          <a:xfrm>
            <a:off x="8860051" y="3291840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3200400" y="4297680"/>
            <a:ext cx="11887200" cy="411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Aft>
                <a:spcPts val="1600"/>
              </a:spcAft>
            </a:pPr>
            <a:r>
              <a:rPr lang="en-US" sz="2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As-IS процесст бүх үйлдэл дэвтэр, утсанд тулгуурлан гараар хийгддэг тул цаг давхардаж, мартагдаж, хүлээлт удаан байна.</a:t>
            </a:r>
          </a:p>
          <a:p>
            <a:pPr algn="l">
              <a:lnSpc>
                <a:spcPts val="5600"/>
              </a:lnSpc>
              <a:spcAft>
                <a:spcPts val="1600"/>
              </a:spcAft>
            </a:pPr>
            <a:r>
              <a:rPr lang="en-US" sz="24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To-Be процесст цаг шалгах, баталгаажуулах, сануулах, тайлан гаргах үйлдлүүд автоматжсанаар алдаа багасч, хүлээлт буурч, засварчны ачаалал жигд хуваарилагдана.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77686" y="2980744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28800" y="4700878"/>
            <a:ext cx="146304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АНХААРАЛ ТАВЬСАНД БАЯРЛАЛАА</a:t>
            </a:r>
          </a:p>
        </p:txBody>
      </p:sp>
      <p:sp>
        <p:nvSpPr>
          <p:cNvPr name="AutoShape 4" id="4"/>
          <p:cNvSpPr/>
          <p:nvPr/>
        </p:nvSpPr>
        <p:spPr>
          <a:xfrm>
            <a:off x="8860051" y="5614697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DAHZLbZ9lO8</dc:identifier>
  <dcterms:modified xsi:type="dcterms:W3CDTF">2011-08-01T06:04:30Z</dcterms:modified>
  <cp:revision>1</cp:revision>
  <dc:title>Dark Blue Gradient Modern Professional Presentation</dc:title>
</cp:coreProperties>
</file>