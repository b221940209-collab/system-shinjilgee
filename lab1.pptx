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60" r:id="rId6"/>
    <p:sldId id="257" r:id="rId7"/>
    <p:sldId id="258" r:id="rId8"/>
    <p:sldId id="259" r:id="rId9"/>
    <p:sldId id="261" r:id="rId10"/>
    <p:sldId id="262" r:id="rId11"/>
    <p:sldId id="269" r:id="rId12"/>
    <p:sldId id="263" r:id="rId13"/>
    <p:sldId id="265" r:id="rId14"/>
    <p:sldId id="270" r:id="rId15"/>
    <p:sldId id="26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89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МАШИН ЗАСВАРЫН</a:t>
            </a:r>
            <a:endParaRPr lang="en-US" sz="26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6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ЦАГ ЗАХИАЛГЫН</a:t>
            </a:r>
            <a:endParaRPr lang="en-US" sz="26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6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СИСТЕМ</a:t>
            </a:r>
            <a:endParaRPr lang="en-US" sz="2600" dirty="0">
              <a:latin typeface="Arial Rounded MT Bold" panose="020F070403050403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05840"/>
            <a:ext cx="429768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697480"/>
            <a:ext cx="402336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880360"/>
            <a:ext cx="182880" cy="960120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788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 засварын цаг захиалгын системийн шинжилгээ ба зохиомж: харилцагч онлайнаар цаг авч, цех засварчны ачааллаа хуваарьтайгаар зохицуулна.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-151349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8B1219"/>
                </a:solidFill>
                <a:latin typeface="Goudy Stout" panose="0202090407030B020401" pitchFamily="18" charset="0"/>
                <a:ea typeface="Impact" pitchFamily="34" charset="-122"/>
                <a:cs typeface="Impact" pitchFamily="34" charset="-120"/>
              </a:rPr>
              <a:t>БАГИЙН БҮРЭЛДЭХҮҮН</a:t>
            </a:r>
            <a:endParaRPr lang="en-US" sz="3400" dirty="0">
              <a:latin typeface="Goudy Stout" panose="0202090407030B020401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554480" cy="14630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О</a:t>
            </a: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.</a:t>
            </a: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Урангоо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B241940033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554480" cy="384048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Гишүүн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Багийн</a:t>
            </a: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ахлагч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30552" y="1783080"/>
            <a:ext cx="1554480" cy="14630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Н</a:t>
            </a: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.</a:t>
            </a: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Мөнхжаргал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B221940204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30552" y="3246120"/>
            <a:ext cx="1554480" cy="384048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30552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Гишүүн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30552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03904" y="1783080"/>
            <a:ext cx="1554480" cy="14630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03904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Б</a:t>
            </a: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.</a:t>
            </a: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Лхагвадорж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B221940209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03904" y="3246120"/>
            <a:ext cx="1554480" cy="384048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03904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Гишүүн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03904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77256" y="1783080"/>
            <a:ext cx="1554480" cy="14630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77256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Б</a:t>
            </a: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.</a:t>
            </a: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Хосбаяр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B231940097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77256" y="3246120"/>
            <a:ext cx="1554480" cy="384048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77256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Гишүүн 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58384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50608" y="1783080"/>
            <a:ext cx="1554480" cy="14630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50608" y="17830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С</a:t>
            </a: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.</a:t>
            </a: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Эрдэнэ</a:t>
            </a: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mn-MN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Ундрах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B221940164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50608" y="3246120"/>
            <a:ext cx="1554480" cy="384048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50608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Гишүүн 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4434840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57800" y="7315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СЭДЭВ</a:t>
            </a:r>
            <a:endParaRPr lang="en-US" sz="30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СОНГОЛТ БА</a:t>
            </a:r>
            <a:endParaRPr lang="en-US" sz="30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ЗОРИЛГО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188431" y="2470457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Сэдэв: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 засварын цаг захиалгын мэдээллийн систем.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 засварын цагаа онлайнаар урьдчилан захиалж, цех засварчин, ажлын байрны ачааллаа давхардалгүй хуваарилж, хүлээлтийн хугацааг бууруулах.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ЦАГ ЗАХИАЛГЫН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mn-MN" sz="2800" dirty="0">
                <a:solidFill>
                  <a:srgbClr val="8B121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Ү</a:t>
            </a: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ЙЛЧИЛГЭЭ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023360" y="960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 цаг захиалга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 үйлчилгээ, огноо, цагаа сонгож хүсэлт илгээнэ.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960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Хуваарь, сануулга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Засварчны чөлөөт цагийг шалгаж, SMS ,mail-</a:t>
            </a:r>
            <a:r>
              <a:rPr lang="en-US" sz="1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ээр</a:t>
            </a: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сануулга илгээнэ.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2" y="1906051"/>
            <a:ext cx="3931920" cy="20574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192" y="1906051"/>
            <a:ext cx="393192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393192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ХЭРЭГЛЭГЧИЙН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ТАЛААРХ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МЭДЭЭЛЭЛ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754880" y="27432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 (машины эзэн)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Хүлээн авагч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Засварчин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Менежер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ОРОЛТ,</a:t>
            </a:r>
            <a:endParaRPr lang="en-US" sz="30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БОЛОВСРУУЛАЛТ,</a:t>
            </a:r>
            <a:endParaRPr lang="en-US" sz="30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ГАРАЛТ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2743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Оролт: 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харилцагч, машин, үйлчилгээ, хүссэн огноо, цаг.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Боловсруулалт: 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чөлөөт цаг шалгах, давхардал хянах, баталгаажуулах.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Гаралт: 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баталгаа, SMS сануулга, өдрийн хуваарь, тайлан.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822960"/>
            <a:ext cx="35661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813816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1089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ОДООГИЙН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АСУУДАЛ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2519330" y="31089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утсаар, дэвтэрт бүртгэгддэг. Цаг давхардаж, мартагдана, харилцагч удаан хүлээнэ, засварчны ачаалал жигд бус болно. Ирээгүй, хоцорсон захиалгыг урьдчилан мэдэхгүй.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3931920" cy="17373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68680"/>
            <a:ext cx="3931920" cy="1737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2926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НЭР ТОМЬЁО БА</a:t>
            </a:r>
            <a:endParaRPr lang="en-US" sz="26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6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ЛАВЛАХ</a:t>
            </a:r>
            <a:endParaRPr lang="en-US" sz="26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26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МАТЕРИАЛ</a:t>
            </a:r>
            <a:endParaRPr lang="en-US" sz="26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931920" y="29260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Нэр томьёо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Цагийн захиалга – засварын цагийн урьдчилсан бүртгэл. Хуваарь – засварчны цагийн хуваарилалт. Мэдэгдэл – SMS сануулга.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29260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Лавлах материал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Хичээлийн лекц, семинарын заавар; Системийн шинжилгээ ба зохиомжийн сурах бичиг; нэмэлт эх сурвалж.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26464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ҮНДСЭН</a:t>
            </a:r>
            <a:endParaRPr lang="en-US" sz="30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ҮЙЛ</a:t>
            </a:r>
            <a:endParaRPr lang="en-US" sz="3000" dirty="0">
              <a:latin typeface="Arial Rounded MT Bold" panose="020F0704030504030204" pitchFamily="34" charset="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3000" dirty="0">
                <a:solidFill>
                  <a:srgbClr val="8B1219"/>
                </a:solidFill>
                <a:latin typeface="Arial Rounded MT Bold" panose="020F0704030504030204" pitchFamily="34" charset="0"/>
                <a:ea typeface="Impact" pitchFamily="34" charset="-122"/>
                <a:cs typeface="Impact" pitchFamily="34" charset="-120"/>
              </a:rPr>
              <a:t>АЖИЛЛАГАА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Захиалах → шалгах → баталгаажуулах → ирэх → засварлах → хаах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868680"/>
            <a:ext cx="685800" cy="822960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86868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868680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8686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захиалах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Үйлчилгээ, огноо, цагийг сонгоно.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56232"/>
            <a:ext cx="685800" cy="822960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856232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856232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8562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Хуваарь шалгах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Чөлөөт засварчин, ажлын байрыг олно.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2843784"/>
            <a:ext cx="685800" cy="822960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843784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2843784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2843784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Баталгаажуулах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Захиалгыг бүртгэж SMS илгээнэ.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3831336"/>
            <a:ext cx="685800" cy="822960"/>
          </a:xfrm>
          <a:prstGeom prst="rect">
            <a:avLst/>
          </a:prstGeom>
          <a:solidFill>
            <a:srgbClr val="8B1219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3831336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74920" y="3831336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3831336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Өөрчлөх, цуцлах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зөөх, цуцлах, түүхэнд хадгална.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200" dirty="0">
                <a:solidFill>
                  <a:srgbClr val="8B121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USE CASE ДИАГРАМ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31720" y="1097280"/>
            <a:ext cx="44805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2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31720" y="1115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Оношилгооны систем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362456"/>
            <a:ext cx="1920240" cy="658368"/>
          </a:xfrm>
          <a:prstGeom prst="ellipse">
            <a:avLst/>
          </a:prstGeom>
          <a:solidFill>
            <a:srgbClr val="F6E4E5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3624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захиалах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2414016"/>
            <a:ext cx="1920240" cy="658368"/>
          </a:xfrm>
          <a:prstGeom prst="ellipse">
            <a:avLst/>
          </a:prstGeom>
          <a:solidFill>
            <a:srgbClr val="F6E4E5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24140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өөрчлөх, цуцлах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3465576"/>
            <a:ext cx="1920240" cy="658368"/>
          </a:xfrm>
          <a:prstGeom prst="ellipse">
            <a:avLst/>
          </a:prstGeom>
          <a:solidFill>
            <a:srgbClr val="F6E4E5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34655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 бүртгэх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62456"/>
            <a:ext cx="1920240" cy="658368"/>
          </a:xfrm>
          <a:prstGeom prst="ellipse">
            <a:avLst/>
          </a:prstGeom>
          <a:solidFill>
            <a:srgbClr val="F6E4E5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3624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Ажлын хуваарь харах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414016"/>
            <a:ext cx="1920240" cy="658368"/>
          </a:xfrm>
          <a:prstGeom prst="ellipse">
            <a:avLst/>
          </a:prstGeom>
          <a:solidFill>
            <a:srgbClr val="F6E4E5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4140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Тайлан гаргах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465576"/>
            <a:ext cx="1920240" cy="658368"/>
          </a:xfrm>
          <a:prstGeom prst="ellipse">
            <a:avLst/>
          </a:prstGeom>
          <a:solidFill>
            <a:srgbClr val="F6E4E5"/>
          </a:solidFill>
          <a:ln w="12700">
            <a:solidFill>
              <a:srgbClr val="8B1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4655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Мэдэгдэл илгээх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13716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Хүлээн авагч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13716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Засварчин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24231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Менежер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34747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E8EDF5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SMS, и-мэйл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0" y="1691640"/>
            <a:ext cx="6858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1783080"/>
            <a:ext cx="822960" cy="7315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3794760"/>
            <a:ext cx="6858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828800" y="3017520"/>
            <a:ext cx="822960" cy="6858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583680" y="1691640"/>
            <a:ext cx="640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6583680" y="2743200"/>
            <a:ext cx="640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6583680" y="3794760"/>
            <a:ext cx="640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8B121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АНХААРАЛ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dirty="0">
                <a:solidFill>
                  <a:srgbClr val="8B121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ТАВЬСАНД БАЯРЛАЛАА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шинжилгээ ба зохиомж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22376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СИСТЕМИЙН</a:t>
            </a:r>
            <a:endParaRPr lang="en-US" sz="2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8B121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ШААРДЛАГА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Шинжилгээний эхний шат: систем юу хийх ёстой, ямар нөхцөлд ажиллахыг тодорхойлно.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822960"/>
            <a:ext cx="2194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51960" y="960120"/>
            <a:ext cx="1920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B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 шаардлага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Харилцагч, машин бүртгэх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Үйлчилгээ, огноо сонгож цаг захиалах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Чөлөөт цагийг автоматаар шалгах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Цаг өөрчлөх, цуцлах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SMS, и-мэйлээр сануулах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822960"/>
            <a:ext cx="2194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960120"/>
            <a:ext cx="1920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B1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 бус шаардлага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цагт давхар захиалгаас сэргийлэх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Утсанд тохирсон, 24/7 ажиллах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Эрхээр хандалт хязгаарлах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Өгөгдлийн нөөцлөлт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09b633-94ff-470a-ba3c-c40904a5bea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2B3FE9E6178748806DE234DF22F94D" ma:contentTypeVersion="13" ma:contentTypeDescription="Create a new document." ma:contentTypeScope="" ma:versionID="61d15d82fb345028365b5c09d88b8ca8">
  <xsd:schema xmlns:xsd="http://www.w3.org/2001/XMLSchema" xmlns:xs="http://www.w3.org/2001/XMLSchema" xmlns:p="http://schemas.microsoft.com/office/2006/metadata/properties" xmlns:ns3="f609b633-94ff-470a-ba3c-c40904a5bea8" xmlns:ns4="8e82bbf3-cdc2-447a-8898-78d266ae76cd" targetNamespace="http://schemas.microsoft.com/office/2006/metadata/properties" ma:root="true" ma:fieldsID="70bf66cd94130109165242b3618ae0b7" ns3:_="" ns4:_="">
    <xsd:import namespace="f609b633-94ff-470a-ba3c-c40904a5bea8"/>
    <xsd:import namespace="8e82bbf3-cdc2-447a-8898-78d266ae76c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9b633-94ff-470a-ba3c-c40904a5bea8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2bbf3-cdc2-447a-8898-78d266ae76c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4A4E23-9D77-41AA-9B73-C6B3F3A06B39}">
  <ds:schemaRefs>
    <ds:schemaRef ds:uri="http://schemas.microsoft.com/office/2006/metadata/properties"/>
    <ds:schemaRef ds:uri="http://schemas.microsoft.com/office/infopath/2007/PartnerControls"/>
    <ds:schemaRef ds:uri="f609b633-94ff-470a-ba3c-c40904a5bea8"/>
  </ds:schemaRefs>
</ds:datastoreItem>
</file>

<file path=customXml/itemProps2.xml><?xml version="1.0" encoding="utf-8"?>
<ds:datastoreItem xmlns:ds="http://schemas.openxmlformats.org/officeDocument/2006/customXml" ds:itemID="{9918C087-30A1-43CE-9BCA-E90A62AE83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0A8871-E0DA-458D-8C7F-161583FF1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09b633-94ff-470a-ba3c-c40904a5bea8"/>
    <ds:schemaRef ds:uri="8e82bbf3-cdc2-447a-8898-78d266ae76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457</Words>
  <Application>Microsoft Office PowerPoint</Application>
  <PresentationFormat>On-screen Show (16:9)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Rounded MT Bold</vt:lpstr>
      <vt:lpstr>Goudy Stout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Пүрэвсүрэн Энхмандах</cp:lastModifiedBy>
  <cp:revision>3</cp:revision>
  <dcterms:created xsi:type="dcterms:W3CDTF">2026-09-29T06:20:22Z</dcterms:created>
  <dcterms:modified xsi:type="dcterms:W3CDTF">2026-10-06T05:41:04Z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0x010100AF2B3FE9E6178748806DE234DF22F94D</vt:lpwstr>
  </property>
</Properties>
</file>